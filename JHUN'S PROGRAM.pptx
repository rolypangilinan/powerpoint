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524" r:id="rId2"/>
    <p:sldId id="526" r:id="rId3"/>
    <p:sldId id="523" r:id="rId4"/>
    <p:sldId id="525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.tamondong" initials="j" lastIdx="1" clrIdx="0">
    <p:extLst>
      <p:ext uri="{19B8F6BF-5375-455C-9EA6-DF929625EA0E}">
        <p15:presenceInfo xmlns:p15="http://schemas.microsoft.com/office/powerpoint/2012/main" userId="j.tamondo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AAFD"/>
    <a:srgbClr val="9C9678"/>
    <a:srgbClr val="040404"/>
    <a:srgbClr val="003C81"/>
    <a:srgbClr val="DAD6D8"/>
    <a:srgbClr val="990099"/>
    <a:srgbClr val="EEEEEE"/>
    <a:srgbClr val="ECECEC"/>
    <a:srgbClr val="EAEDF6"/>
    <a:srgbClr val="8798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100" d="100"/>
          <a:sy n="100" d="100"/>
        </p:scale>
        <p:origin x="990" y="6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2992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1362804-FAD5-DFED-0E62-A4926A41C5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02B79C-F55A-BD71-2644-9D2CF2CC2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BC28B-5D7C-4AF1-B44C-932E0A994CA5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AF4C36-C468-8E11-E8C9-5532845326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B514E9-07B0-B9CD-08C0-36233C9A75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B65BC-76BF-4E1A-A4AB-ADB3DDE452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10280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2D2E3-C05C-484D-883A-F7FB1F211C78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6759F-B97A-4508-ABFB-34AD18B88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54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D2E56F-2CF1-D4D6-C83B-16050FAD1E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1068"/>
            <a:ext cx="9144000" cy="2145880"/>
          </a:xfr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 dirty="0"/>
              <a:t>テキストテキストテキスト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AF4324-6B1D-32B0-D51E-DA500394CE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483569"/>
            <a:ext cx="9144000" cy="288266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テキストテキストテキストテキストテキスト</a:t>
            </a:r>
            <a:endParaRPr kumimoji="1" lang="en-US" altLang="ja-JP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F8076BC-48D1-E246-248C-B7B57A6B587E}"/>
              </a:ext>
            </a:extLst>
          </p:cNvPr>
          <p:cNvSpPr/>
          <p:nvPr userDrawn="1"/>
        </p:nvSpPr>
        <p:spPr>
          <a:xfrm>
            <a:off x="1524000" y="3268243"/>
            <a:ext cx="9144000" cy="631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3E50D7-DEE7-EA6C-F8E1-E3376F4FB40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24000" y="5735637"/>
            <a:ext cx="9144000" cy="288266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kumimoji="1" lang="ja-JP" altLang="en-US" dirty="0"/>
              <a:t>テキストテキスト　│　テキストテキスト</a:t>
            </a:r>
            <a:endParaRPr kumimoji="1" lang="en-US" altLang="ja-JP" dirty="0"/>
          </a:p>
        </p:txBody>
      </p:sp>
      <p:sp>
        <p:nvSpPr>
          <p:cNvPr id="4" name="フッター プレースホルダー 4">
            <a:extLst>
              <a:ext uri="{FF2B5EF4-FFF2-40B4-BE49-F238E27FC236}">
                <a16:creationId xmlns:a16="http://schemas.microsoft.com/office/drawing/2014/main" id="{461D4E25-0831-E225-E7BE-4C2C80CD4F22}"/>
              </a:ext>
            </a:extLst>
          </p:cNvPr>
          <p:cNvSpPr txBox="1">
            <a:spLocks/>
          </p:cNvSpPr>
          <p:nvPr userDrawn="1"/>
        </p:nvSpPr>
        <p:spPr>
          <a:xfrm>
            <a:off x="4038600" y="63103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TECHNOTAKATSUKI</a:t>
            </a:r>
            <a:r>
              <a:rPr lang="ja-JP" altLang="en-US" dirty="0"/>
              <a:t> </a:t>
            </a:r>
            <a:r>
              <a:rPr lang="en-US" altLang="ja-JP" dirty="0"/>
              <a:t>CO.,LTD.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3428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E6188A8-E906-BF75-DE56-78CFF7A8C904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310312"/>
            <a:ext cx="0" cy="5476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68597CF4-9C17-E9D6-E293-56293F5F5CE8}"/>
              </a:ext>
            </a:extLst>
          </p:cNvPr>
          <p:cNvSpPr txBox="1">
            <a:spLocks/>
          </p:cNvSpPr>
          <p:nvPr userDrawn="1"/>
        </p:nvSpPr>
        <p:spPr>
          <a:xfrm>
            <a:off x="9113827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47CCF8-2B8D-48AF-93D6-B9015DCCB4F3}" type="slidenum">
              <a:rPr lang="ja-JP" altLang="en-US" smtClean="0">
                <a:solidFill>
                  <a:schemeClr val="bg1">
                    <a:lumMod val="75000"/>
                  </a:schemeClr>
                </a:solidFill>
                <a:latin typeface="+mj-lt"/>
              </a:rPr>
              <a:pPr/>
              <a:t>‹#›</a:t>
            </a:fld>
            <a:endParaRPr lang="ja-JP" altLang="en-US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D61B51-9970-CAC7-2895-4A25A57BE771}"/>
              </a:ext>
            </a:extLst>
          </p:cNvPr>
          <p:cNvSpPr/>
          <p:nvPr userDrawn="1"/>
        </p:nvSpPr>
        <p:spPr>
          <a:xfrm>
            <a:off x="0" y="0"/>
            <a:ext cx="2787040" cy="6858000"/>
          </a:xfrm>
          <a:prstGeom prst="rect">
            <a:avLst/>
          </a:prstGeom>
          <a:solidFill>
            <a:srgbClr val="8B9B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19E7400E-25DE-7F53-EE15-56E6E814A1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17" y="2906777"/>
            <a:ext cx="1667005" cy="437672"/>
          </a:xfrm>
        </p:spPr>
        <p:txBody>
          <a:bodyPr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</a:t>
            </a:r>
          </a:p>
        </p:txBody>
      </p:sp>
      <p:sp>
        <p:nvSpPr>
          <p:cNvPr id="10" name="テキスト プレースホルダー 8">
            <a:extLst>
              <a:ext uri="{FF2B5EF4-FFF2-40B4-BE49-F238E27FC236}">
                <a16:creationId xmlns:a16="http://schemas.microsoft.com/office/drawing/2014/main" id="{0006DF2C-A15F-A87B-5173-5BD31AA150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5364" y="868535"/>
            <a:ext cx="7666515" cy="5081328"/>
          </a:xfrm>
        </p:spPr>
        <p:txBody>
          <a:bodyPr>
            <a:normAutofit/>
          </a:bodyPr>
          <a:lstStyle>
            <a:lvl1pPr marL="514350" indent="-514350">
              <a:lnSpc>
                <a:spcPct val="200000"/>
              </a:lnSpc>
              <a:buFont typeface="+mj-lt"/>
              <a:buAutoNum type="arabicPeriod"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</a:t>
            </a:r>
          </a:p>
        </p:txBody>
      </p:sp>
      <p:sp>
        <p:nvSpPr>
          <p:cNvPr id="2" name="フッター プレースホルダー 4">
            <a:extLst>
              <a:ext uri="{FF2B5EF4-FFF2-40B4-BE49-F238E27FC236}">
                <a16:creationId xmlns:a16="http://schemas.microsoft.com/office/drawing/2014/main" id="{84EBC3E6-2A67-2F54-CCCB-96AEE460F87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103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TECHNOTAKATSUKI</a:t>
            </a:r>
            <a:r>
              <a:rPr lang="ja-JP" altLang="en-US" dirty="0"/>
              <a:t> </a:t>
            </a:r>
            <a:r>
              <a:rPr lang="en-US" altLang="ja-JP" dirty="0"/>
              <a:t>CO.,LTD.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29762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8A4C93-FDD2-1197-F2EA-62795D3D9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79820"/>
            <a:ext cx="10515600" cy="658543"/>
          </a:xfrm>
        </p:spPr>
        <p:txBody>
          <a:bodyPr>
            <a:normAutofit/>
          </a:bodyPr>
          <a:lstStyle>
            <a:lvl1pPr>
              <a:defRPr sz="2600" b="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 dirty="0"/>
              <a:t>テキストテキストテキストテキスト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63666D-1EE3-8D21-C0E9-FA6BCAB8B4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55985" y="1322792"/>
            <a:ext cx="10093795" cy="4371713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Clr>
                <a:srgbClr val="4259A2"/>
              </a:buClr>
              <a:buFont typeface="Wingdings" panose="05000000000000000000" pitchFamily="2" charset="2"/>
              <a:buChar char="l"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テキストテキスト</a:t>
            </a:r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B9BC3B8-C980-D8CF-8ADE-20587C2D47C2}"/>
              </a:ext>
            </a:extLst>
          </p:cNvPr>
          <p:cNvSpPr/>
          <p:nvPr userDrawn="1"/>
        </p:nvSpPr>
        <p:spPr>
          <a:xfrm>
            <a:off x="838200" y="970895"/>
            <a:ext cx="11353800" cy="674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E6188A8-E906-BF75-DE56-78CFF7A8C904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310312"/>
            <a:ext cx="0" cy="5476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68597CF4-9C17-E9D6-E293-56293F5F5CE8}"/>
              </a:ext>
            </a:extLst>
          </p:cNvPr>
          <p:cNvSpPr txBox="1">
            <a:spLocks/>
          </p:cNvSpPr>
          <p:nvPr userDrawn="1"/>
        </p:nvSpPr>
        <p:spPr>
          <a:xfrm>
            <a:off x="9113827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47CCF8-2B8D-48AF-93D6-B9015DCCB4F3}" type="slidenum">
              <a:rPr lang="ja-JP" altLang="en-US" smtClean="0">
                <a:solidFill>
                  <a:schemeClr val="bg1">
                    <a:lumMod val="75000"/>
                  </a:schemeClr>
                </a:solidFill>
                <a:latin typeface="+mj-lt"/>
              </a:rPr>
              <a:pPr/>
              <a:t>‹#›</a:t>
            </a:fld>
            <a:endParaRPr lang="ja-JP" altLang="en-US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4ED0548C-B6C5-58F9-993E-D9F796B5B83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103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TECHNOTAKATSUKI</a:t>
            </a:r>
            <a:r>
              <a:rPr lang="ja-JP" altLang="en-US" dirty="0"/>
              <a:t> </a:t>
            </a:r>
            <a:r>
              <a:rPr lang="en-US" altLang="ja-JP" dirty="0"/>
              <a:t>CO.,LTD.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6993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強調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8A4C93-FDD2-1197-F2EA-62795D3D9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70967"/>
            <a:ext cx="10515600" cy="1716066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 dirty="0"/>
              <a:t>テキストテキストテキストテキスト</a:t>
            </a:r>
            <a:br>
              <a:rPr kumimoji="1" lang="en-US" altLang="ja-JP" dirty="0"/>
            </a:br>
            <a:r>
              <a:rPr kumimoji="1" lang="ja-JP" altLang="en-US" dirty="0"/>
              <a:t>テキストテキストテキストテキスト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E6188A8-E906-BF75-DE56-78CFF7A8C904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310312"/>
            <a:ext cx="0" cy="5476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68597CF4-9C17-E9D6-E293-56293F5F5CE8}"/>
              </a:ext>
            </a:extLst>
          </p:cNvPr>
          <p:cNvSpPr txBox="1">
            <a:spLocks/>
          </p:cNvSpPr>
          <p:nvPr userDrawn="1"/>
        </p:nvSpPr>
        <p:spPr>
          <a:xfrm>
            <a:off x="9113827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47CCF8-2B8D-48AF-93D6-B9015DCCB4F3}" type="slidenum">
              <a:rPr lang="ja-JP" altLang="en-US" smtClean="0">
                <a:solidFill>
                  <a:schemeClr val="bg1">
                    <a:lumMod val="75000"/>
                  </a:schemeClr>
                </a:solidFill>
                <a:latin typeface="+mj-lt"/>
              </a:rPr>
              <a:pPr/>
              <a:t>‹#›</a:t>
            </a:fld>
            <a:endParaRPr lang="ja-JP" altLang="en-US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フッター プレースホルダー 4">
            <a:extLst>
              <a:ext uri="{FF2B5EF4-FFF2-40B4-BE49-F238E27FC236}">
                <a16:creationId xmlns:a16="http://schemas.microsoft.com/office/drawing/2014/main" id="{CFD2B562-D45C-0BBA-04C0-A2D17B04185A}"/>
              </a:ext>
            </a:extLst>
          </p:cNvPr>
          <p:cNvSpPr txBox="1">
            <a:spLocks/>
          </p:cNvSpPr>
          <p:nvPr userDrawn="1"/>
        </p:nvSpPr>
        <p:spPr>
          <a:xfrm>
            <a:off x="4038600" y="63103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TECHNOTAKATSUKI</a:t>
            </a:r>
            <a:r>
              <a:rPr lang="ja-JP" altLang="en-US" dirty="0"/>
              <a:t> </a:t>
            </a:r>
            <a:r>
              <a:rPr lang="en-US" altLang="ja-JP" dirty="0"/>
              <a:t>CO.,LTD.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7475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強調2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E6188A8-E906-BF75-DE56-78CFF7A8C904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310312"/>
            <a:ext cx="0" cy="5476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68597CF4-9C17-E9D6-E293-56293F5F5CE8}"/>
              </a:ext>
            </a:extLst>
          </p:cNvPr>
          <p:cNvSpPr txBox="1">
            <a:spLocks/>
          </p:cNvSpPr>
          <p:nvPr userDrawn="1"/>
        </p:nvSpPr>
        <p:spPr>
          <a:xfrm>
            <a:off x="9113827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47CCF8-2B8D-48AF-93D6-B9015DCCB4F3}" type="slidenum">
              <a:rPr lang="ja-JP" altLang="en-US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ja-JP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6ED7E4A-50BE-12D3-0AF5-D092BFA6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011672"/>
            <a:ext cx="10515600" cy="795403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 dirty="0"/>
              <a:t>テキストテキスト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7485883-0E22-6884-72FA-86DBFD5C4F28}"/>
              </a:ext>
            </a:extLst>
          </p:cNvPr>
          <p:cNvSpPr/>
          <p:nvPr userDrawn="1"/>
        </p:nvSpPr>
        <p:spPr>
          <a:xfrm>
            <a:off x="838200" y="1954060"/>
            <a:ext cx="10515596" cy="3989539"/>
          </a:xfrm>
          <a:prstGeom prst="roundRect">
            <a:avLst>
              <a:gd name="adj" fmla="val 12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E1553B-B758-1F33-C5BD-AC763E5E68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3198" y="728378"/>
            <a:ext cx="5862638" cy="366713"/>
          </a:xfrm>
        </p:spPr>
        <p:txBody>
          <a:bodyPr/>
          <a:lstStyle>
            <a:lvl1pPr marL="0" indent="0" algn="ctr">
              <a:buFontTx/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kumimoji="1" lang="ja-JP" altLang="en-US" dirty="0"/>
              <a:t>テキストテキストテキストテキスト</a:t>
            </a:r>
          </a:p>
        </p:txBody>
      </p:sp>
      <p:sp>
        <p:nvSpPr>
          <p:cNvPr id="2" name="フッター プレースホルダー 4">
            <a:extLst>
              <a:ext uri="{FF2B5EF4-FFF2-40B4-BE49-F238E27FC236}">
                <a16:creationId xmlns:a16="http://schemas.microsoft.com/office/drawing/2014/main" id="{4E404810-4407-BDE1-C3AA-D16BCB7271A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103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solidFill>
                  <a:srgbClr val="003C81"/>
                </a:solidFill>
              </a:rPr>
              <a:t>TECHNOTAKATSUKI</a:t>
            </a:r>
            <a:r>
              <a:rPr lang="ja-JP" altLang="en-US" dirty="0">
                <a:solidFill>
                  <a:srgbClr val="003C81"/>
                </a:solidFill>
              </a:rPr>
              <a:t> </a:t>
            </a:r>
            <a:r>
              <a:rPr lang="en-US" altLang="ja-JP" dirty="0">
                <a:solidFill>
                  <a:srgbClr val="003C81"/>
                </a:solidFill>
              </a:rPr>
              <a:t>CO.,LTD.</a:t>
            </a:r>
            <a:endParaRPr lang="ja-JP" altLang="en-US" dirty="0">
              <a:solidFill>
                <a:srgbClr val="003C81"/>
              </a:solidFill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B309D0F3-0E4A-4F45-EC04-94146B7B6E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7736" y="2348630"/>
            <a:ext cx="9400805" cy="3125244"/>
          </a:xfrm>
        </p:spPr>
        <p:txBody>
          <a:bodyPr/>
          <a:lstStyle>
            <a:lvl1pPr marL="228600" indent="-2286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  <a:defRPr b="0"/>
            </a:lvl1pPr>
          </a:lstStyle>
          <a:p>
            <a:pPr lvl="0"/>
            <a:r>
              <a:rPr kumimoji="1" lang="ja-JP" altLang="en-US" dirty="0"/>
              <a:t>テキストテキストテキストテキスト</a:t>
            </a:r>
          </a:p>
        </p:txBody>
      </p:sp>
    </p:spTree>
    <p:extLst>
      <p:ext uri="{BB962C8B-B14F-4D97-AF65-F5344CB8AC3E}">
        <p14:creationId xmlns:p14="http://schemas.microsoft.com/office/powerpoint/2010/main" val="1646902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ブランク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E6188A8-E906-BF75-DE56-78CFF7A8C904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310312"/>
            <a:ext cx="0" cy="5476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68597CF4-9C17-E9D6-E293-56293F5F5CE8}"/>
              </a:ext>
            </a:extLst>
          </p:cNvPr>
          <p:cNvSpPr txBox="1">
            <a:spLocks/>
          </p:cNvSpPr>
          <p:nvPr userDrawn="1"/>
        </p:nvSpPr>
        <p:spPr>
          <a:xfrm>
            <a:off x="9113827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47CCF8-2B8D-48AF-93D6-B9015DCCB4F3}" type="slidenum">
              <a:rPr lang="ja-JP" altLang="en-US" smtClean="0">
                <a:solidFill>
                  <a:schemeClr val="bg1">
                    <a:lumMod val="75000"/>
                  </a:schemeClr>
                </a:solidFill>
                <a:latin typeface="+mj-lt"/>
              </a:rPr>
              <a:pPr/>
              <a:t>‹#›</a:t>
            </a:fld>
            <a:endParaRPr lang="ja-JP" altLang="en-US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フッター プレースホルダー 4">
            <a:extLst>
              <a:ext uri="{FF2B5EF4-FFF2-40B4-BE49-F238E27FC236}">
                <a16:creationId xmlns:a16="http://schemas.microsoft.com/office/drawing/2014/main" id="{CFD2B562-D45C-0BBA-04C0-A2D17B04185A}"/>
              </a:ext>
            </a:extLst>
          </p:cNvPr>
          <p:cNvSpPr txBox="1">
            <a:spLocks/>
          </p:cNvSpPr>
          <p:nvPr userDrawn="1"/>
        </p:nvSpPr>
        <p:spPr>
          <a:xfrm>
            <a:off x="4038600" y="63103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TECHNOTAKATSUKI</a:t>
            </a:r>
            <a:r>
              <a:rPr lang="ja-JP" altLang="en-US" dirty="0"/>
              <a:t> </a:t>
            </a:r>
            <a:r>
              <a:rPr lang="en-US" altLang="ja-JP" dirty="0"/>
              <a:t>CO.,LTD.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126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ブランク2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E6188A8-E906-BF75-DE56-78CFF7A8C904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310312"/>
            <a:ext cx="0" cy="5476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68597CF4-9C17-E9D6-E293-56293F5F5CE8}"/>
              </a:ext>
            </a:extLst>
          </p:cNvPr>
          <p:cNvSpPr txBox="1">
            <a:spLocks/>
          </p:cNvSpPr>
          <p:nvPr userDrawn="1"/>
        </p:nvSpPr>
        <p:spPr>
          <a:xfrm>
            <a:off x="9113827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47CCF8-2B8D-48AF-93D6-B9015DCCB4F3}" type="slidenum">
              <a:rPr lang="ja-JP" altLang="en-US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ja-JP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フッター プレースホルダー 4">
            <a:extLst>
              <a:ext uri="{FF2B5EF4-FFF2-40B4-BE49-F238E27FC236}">
                <a16:creationId xmlns:a16="http://schemas.microsoft.com/office/drawing/2014/main" id="{4E404810-4407-BDE1-C3AA-D16BCB7271A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103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solidFill>
                  <a:schemeClr val="accent1"/>
                </a:solidFill>
              </a:rPr>
              <a:t>TECHNOTAKATSUKI</a:t>
            </a:r>
            <a:r>
              <a:rPr lang="ja-JP" altLang="en-US" dirty="0">
                <a:solidFill>
                  <a:schemeClr val="accent1"/>
                </a:solidFill>
              </a:rPr>
              <a:t> </a:t>
            </a:r>
            <a:r>
              <a:rPr lang="en-US" altLang="ja-JP" dirty="0">
                <a:solidFill>
                  <a:schemeClr val="accent1"/>
                </a:solidFill>
              </a:rPr>
              <a:t>CO.,LTD.</a:t>
            </a:r>
            <a:endParaRPr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104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568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753068-D013-B97B-483B-FFD9A7A4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F5EB73-2682-6F08-7EE6-5989DE7F5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1CA9C10E-AF55-B122-59CB-03850C8CBB0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67081" y="402599"/>
            <a:ext cx="1282007" cy="23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5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4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96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00923" y="2223277"/>
            <a:ext cx="8640863" cy="107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9160"/>
              </a:lnSpc>
            </a:pPr>
            <a:r>
              <a:rPr kumimoji="0" lang="en-US" sz="6600" b="1" spc="-735" dirty="0">
                <a:solidFill>
                  <a:srgbClr val="F6F2DE"/>
                </a:solidFill>
                <a:latin typeface="+mj-lt"/>
                <a:ea typeface="Hagrid"/>
                <a:cs typeface="Hagrid"/>
                <a:sym typeface="Hagrid"/>
              </a:rPr>
              <a:t>AI PROJECT PLAN 2026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DB7750-961F-F865-5E7E-3D72AC55F2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Prepared by : Jun</a:t>
            </a:r>
            <a:endParaRPr lang="en-PH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96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A582F-7399-C50D-EBBF-A21B67D2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3A8BD8-E666-3A80-99CD-B645470798DC}"/>
              </a:ext>
            </a:extLst>
          </p:cNvPr>
          <p:cNvSpPr txBox="1"/>
          <p:nvPr/>
        </p:nvSpPr>
        <p:spPr>
          <a:xfrm>
            <a:off x="0" y="98652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b="1" dirty="0">
                <a:effectLst/>
              </a:rPr>
              <a:t>This program is a real-time statistical process control (SPC) monitoring + deviation/fluctuation detection system specifically built for a production inspection machine looking at parameters like Voltage, Wattage, Amperage and Closed pressure.</a:t>
            </a:r>
          </a:p>
          <a:p>
            <a:pPr lvl="2"/>
            <a:endParaRPr lang="en-US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9C4FC799-CDE6-08D4-0FA8-A983A7C08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79820"/>
            <a:ext cx="10515600" cy="606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854"/>
              </a:lnSpc>
            </a:pPr>
            <a:r>
              <a:rPr kumimoji="0" lang="en-US" sz="4000" b="1" spc="-389" dirty="0">
                <a:solidFill>
                  <a:srgbClr val="F6F2DE"/>
                </a:solidFill>
                <a:latin typeface="Hagrid"/>
                <a:ea typeface="Hagrid"/>
                <a:cs typeface="Hagrid"/>
                <a:sym typeface="Hagrid"/>
              </a:rPr>
              <a:t>Deviation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6F0502-5A6A-FCC1-3D5E-3AC54467C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92" y="2874520"/>
            <a:ext cx="4505954" cy="2286319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3000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71AAB16-FA45-085E-1117-457475B9A04C}"/>
              </a:ext>
            </a:extLst>
          </p:cNvPr>
          <p:cNvSpPr/>
          <p:nvPr/>
        </p:nvSpPr>
        <p:spPr>
          <a:xfrm>
            <a:off x="3356529" y="4444279"/>
            <a:ext cx="1343025" cy="4286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9C7D4E-A18C-3204-B6E5-35E2A1159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87" y="1838325"/>
            <a:ext cx="6881087" cy="495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6715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96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A582F-7399-C50D-EBBF-A21B67D2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8ED54A89-6AAA-FA38-8E14-4F1F3CDEBE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79820"/>
            <a:ext cx="10515600" cy="606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854"/>
              </a:lnSpc>
            </a:pPr>
            <a:r>
              <a:rPr kumimoji="0" lang="en-US" sz="4000" b="1" spc="-389" dirty="0">
                <a:solidFill>
                  <a:srgbClr val="F6F2DE"/>
                </a:solidFill>
                <a:latin typeface="Hagrid"/>
                <a:ea typeface="Hagrid"/>
                <a:cs typeface="Hagrid"/>
                <a:sym typeface="Hagrid"/>
              </a:rPr>
              <a:t>Deviation  - 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083A2-5348-8070-C4D1-7D750BDA2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665" y="1052945"/>
            <a:ext cx="2666281" cy="5805055"/>
          </a:xfrm>
          <a:prstGeom prst="rect">
            <a:avLst/>
          </a:prstGeom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3D763F16-ED05-DEF1-F333-F34AFBB36C88}"/>
              </a:ext>
            </a:extLst>
          </p:cNvPr>
          <p:cNvSpPr txBox="1"/>
          <p:nvPr/>
        </p:nvSpPr>
        <p:spPr>
          <a:xfrm>
            <a:off x="-117016" y="2358674"/>
            <a:ext cx="1656357" cy="516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116"/>
              </a:lnSpc>
            </a:pPr>
            <a:r>
              <a:rPr kumimoji="0" lang="en-US" sz="1533" b="1" dirty="0">
                <a:solidFill>
                  <a:srgbClr val="F6F2DE"/>
                </a:solidFill>
                <a:latin typeface="+mj-lt"/>
                <a:ea typeface="Aileron Bold"/>
                <a:cs typeface="Aileron Bold"/>
                <a:sym typeface="Aileron Bold"/>
              </a:rPr>
              <a:t>SELECT </a:t>
            </a:r>
          </a:p>
          <a:p>
            <a:pPr algn="ctr" defTabSz="609630">
              <a:lnSpc>
                <a:spcPts val="2116"/>
              </a:lnSpc>
            </a:pPr>
            <a:r>
              <a:rPr kumimoji="0" lang="en-US" sz="1533" b="1" dirty="0">
                <a:solidFill>
                  <a:srgbClr val="F6F2DE"/>
                </a:solidFill>
                <a:latin typeface="+mj-lt"/>
                <a:ea typeface="Aileron Bold"/>
                <a:cs typeface="Aileron Bold"/>
                <a:sym typeface="Aileron Bold"/>
              </a:rPr>
              <a:t>MODEL CODE</a:t>
            </a:r>
          </a:p>
        </p:txBody>
      </p:sp>
      <p:sp>
        <p:nvSpPr>
          <p:cNvPr id="7" name="Arrow: Left-Up 6">
            <a:extLst>
              <a:ext uri="{FF2B5EF4-FFF2-40B4-BE49-F238E27FC236}">
                <a16:creationId xmlns:a16="http://schemas.microsoft.com/office/drawing/2014/main" id="{26BFDB53-00E3-352C-7CDC-25FEAE0CC972}"/>
              </a:ext>
            </a:extLst>
          </p:cNvPr>
          <p:cNvSpPr/>
          <p:nvPr/>
        </p:nvSpPr>
        <p:spPr>
          <a:xfrm rot="5400000">
            <a:off x="358625" y="2873962"/>
            <a:ext cx="785091" cy="1089891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1DA045-DE3B-1522-2BAE-056E27E5A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238" y="1052945"/>
            <a:ext cx="6881087" cy="527186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1C91540-EB9A-2248-0183-BAE2C6ED8ECB}"/>
              </a:ext>
            </a:extLst>
          </p:cNvPr>
          <p:cNvSpPr/>
          <p:nvPr/>
        </p:nvSpPr>
        <p:spPr>
          <a:xfrm>
            <a:off x="4239495" y="3418907"/>
            <a:ext cx="932869" cy="3953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2CCF7-8DDA-EE51-BF44-16CA280FBB87}"/>
              </a:ext>
            </a:extLst>
          </p:cNvPr>
          <p:cNvSpPr txBox="1"/>
          <p:nvPr/>
        </p:nvSpPr>
        <p:spPr>
          <a:xfrm>
            <a:off x="5762625" y="6324808"/>
            <a:ext cx="615315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lnSpc>
                <a:spcPts val="2116"/>
              </a:lnSpc>
            </a:pPr>
            <a:r>
              <a:rPr kumimoji="0" lang="en-US" sz="1800" b="1" dirty="0">
                <a:solidFill>
                  <a:srgbClr val="F6F2DE"/>
                </a:solidFill>
                <a:latin typeface="+mj-lt"/>
                <a:ea typeface="Aileron Bold"/>
                <a:cs typeface="Aileron Bold"/>
                <a:sym typeface="Aileron Bold"/>
              </a:rPr>
              <a:t>GRAPHIC USER INTERFACE </a:t>
            </a:r>
          </a:p>
        </p:txBody>
      </p:sp>
    </p:spTree>
    <p:extLst>
      <p:ext uri="{BB962C8B-B14F-4D97-AF65-F5344CB8AC3E}">
        <p14:creationId xmlns:p14="http://schemas.microsoft.com/office/powerpoint/2010/main" val="161880251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96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A582F-7399-C50D-EBBF-A21B67D2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FDE77FE6-CD83-B026-135E-B54C0B297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79820"/>
            <a:ext cx="10515600" cy="606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854"/>
              </a:lnSpc>
            </a:pPr>
            <a:r>
              <a:rPr kumimoji="0" lang="en-US" sz="4000" b="1" spc="-389" dirty="0">
                <a:solidFill>
                  <a:srgbClr val="F6F2DE"/>
                </a:solidFill>
                <a:latin typeface="Hagrid"/>
                <a:ea typeface="Hagrid"/>
                <a:cs typeface="Hagrid"/>
                <a:sym typeface="Hagrid"/>
              </a:rPr>
              <a:t>Deviation  -  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EEF17B-673D-CDB6-56E6-738835B04220}"/>
              </a:ext>
            </a:extLst>
          </p:cNvPr>
          <p:cNvSpPr/>
          <p:nvPr/>
        </p:nvSpPr>
        <p:spPr>
          <a:xfrm>
            <a:off x="261414" y="2647941"/>
            <a:ext cx="1422401" cy="7481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/>
              <a:t>Python read CSV data at PI Machine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4866C0-249D-0A89-B864-61B6F613FAEF}"/>
              </a:ext>
            </a:extLst>
          </p:cNvPr>
          <p:cNvSpPr/>
          <p:nvPr/>
        </p:nvSpPr>
        <p:spPr>
          <a:xfrm>
            <a:off x="402310" y="1189649"/>
            <a:ext cx="1140613" cy="7481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dirty="0"/>
              <a:t>START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5D66350-628F-DE86-4409-9C4A18B9CAEF}"/>
              </a:ext>
            </a:extLst>
          </p:cNvPr>
          <p:cNvSpPr/>
          <p:nvPr/>
        </p:nvSpPr>
        <p:spPr>
          <a:xfrm rot="16200000">
            <a:off x="1946499" y="2739839"/>
            <a:ext cx="262081" cy="5357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CBEE002-05C5-A4C0-9C14-70E612276AEB}"/>
              </a:ext>
            </a:extLst>
          </p:cNvPr>
          <p:cNvSpPr/>
          <p:nvPr/>
        </p:nvSpPr>
        <p:spPr>
          <a:xfrm rot="16200000">
            <a:off x="4578152" y="2754159"/>
            <a:ext cx="262081" cy="5357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25698-6F6D-8F59-1363-AFADC368EB6D}"/>
              </a:ext>
            </a:extLst>
          </p:cNvPr>
          <p:cNvSpPr/>
          <p:nvPr/>
        </p:nvSpPr>
        <p:spPr>
          <a:xfrm>
            <a:off x="5117627" y="2633622"/>
            <a:ext cx="1764146" cy="7481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/>
              <a:t>Compute UCL and LCL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0BC0699-35A7-967A-2A5F-9135F7E8973D}"/>
              </a:ext>
            </a:extLst>
          </p:cNvPr>
          <p:cNvSpPr/>
          <p:nvPr/>
        </p:nvSpPr>
        <p:spPr>
          <a:xfrm rot="16200000">
            <a:off x="7240757" y="2739840"/>
            <a:ext cx="262081" cy="5357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5141C1-1A07-E199-7C66-98F361367092}"/>
              </a:ext>
            </a:extLst>
          </p:cNvPr>
          <p:cNvSpPr/>
          <p:nvPr/>
        </p:nvSpPr>
        <p:spPr>
          <a:xfrm>
            <a:off x="7918258" y="4888137"/>
            <a:ext cx="1764146" cy="7481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/>
              <a:t>Repair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8F0D60A-16F9-AD9D-EF8B-DA2735EEF37B}"/>
              </a:ext>
            </a:extLst>
          </p:cNvPr>
          <p:cNvSpPr/>
          <p:nvPr/>
        </p:nvSpPr>
        <p:spPr>
          <a:xfrm>
            <a:off x="3247848" y="4294843"/>
            <a:ext cx="262081" cy="5357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5ABF0F99-A93F-563D-FFC3-23F51C5493B9}"/>
              </a:ext>
            </a:extLst>
          </p:cNvPr>
          <p:cNvSpPr/>
          <p:nvPr/>
        </p:nvSpPr>
        <p:spPr>
          <a:xfrm>
            <a:off x="7861822" y="2203247"/>
            <a:ext cx="1764146" cy="155347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/>
              <a:t>Data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653534B8-25DB-E4E6-9650-110DC38D2C43}"/>
              </a:ext>
            </a:extLst>
          </p:cNvPr>
          <p:cNvSpPr txBox="1"/>
          <p:nvPr/>
        </p:nvSpPr>
        <p:spPr>
          <a:xfrm>
            <a:off x="8154749" y="3820814"/>
            <a:ext cx="1168768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2116"/>
              </a:lnSpc>
            </a:pPr>
            <a:r>
              <a:rPr kumimoji="0" lang="en-US" b="1" dirty="0">
                <a:solidFill>
                  <a:srgbClr val="FF0000"/>
                </a:solidFill>
                <a:latin typeface="+mj-lt"/>
                <a:ea typeface="Aileron Bold"/>
                <a:cs typeface="Aileron Bold"/>
                <a:sym typeface="Aileron Bold"/>
              </a:rPr>
              <a:t>Fluctuated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EFEE1A9C-0E0A-09F0-45C7-E1698CE29B22}"/>
              </a:ext>
            </a:extLst>
          </p:cNvPr>
          <p:cNvSpPr txBox="1"/>
          <p:nvPr/>
        </p:nvSpPr>
        <p:spPr>
          <a:xfrm>
            <a:off x="9682404" y="2336196"/>
            <a:ext cx="1196150" cy="516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2116"/>
              </a:lnSpc>
            </a:pPr>
            <a:r>
              <a:rPr kumimoji="0" lang="en-US" sz="1600" b="1" dirty="0">
                <a:solidFill>
                  <a:srgbClr val="92D050"/>
                </a:solidFill>
                <a:latin typeface="+mj-lt"/>
                <a:ea typeface="Aileron Bold"/>
                <a:cs typeface="Aileron Bold"/>
                <a:sym typeface="Aileron Bold"/>
              </a:rPr>
              <a:t>       No</a:t>
            </a:r>
          </a:p>
          <a:p>
            <a:pPr algn="ctr" defTabSz="609630">
              <a:lnSpc>
                <a:spcPts val="2116"/>
              </a:lnSpc>
            </a:pPr>
            <a:r>
              <a:rPr kumimoji="0" lang="en-US" sz="1600" b="1" dirty="0">
                <a:solidFill>
                  <a:srgbClr val="92D050"/>
                </a:solidFill>
                <a:latin typeface="+mj-lt"/>
                <a:ea typeface="Aileron Bold"/>
                <a:cs typeface="Aileron Bold"/>
                <a:sym typeface="Aileron Bold"/>
              </a:rPr>
              <a:t>Fluctuation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BD5D7178-0D41-BE1D-B408-86C04FE0DFCD}"/>
              </a:ext>
            </a:extLst>
          </p:cNvPr>
          <p:cNvSpPr/>
          <p:nvPr/>
        </p:nvSpPr>
        <p:spPr>
          <a:xfrm rot="16200000">
            <a:off x="10198233" y="2712131"/>
            <a:ext cx="262081" cy="5357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D461E0-0673-3E36-6C20-CE71C77E94AB}"/>
              </a:ext>
            </a:extLst>
          </p:cNvPr>
          <p:cNvSpPr/>
          <p:nvPr/>
        </p:nvSpPr>
        <p:spPr>
          <a:xfrm>
            <a:off x="11048646" y="2605913"/>
            <a:ext cx="953209" cy="74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/>
              <a:t>YOLO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B9625D-1E1D-E43E-D7E4-57D137368586}"/>
              </a:ext>
            </a:extLst>
          </p:cNvPr>
          <p:cNvSpPr/>
          <p:nvPr/>
        </p:nvSpPr>
        <p:spPr>
          <a:xfrm>
            <a:off x="10940866" y="3485218"/>
            <a:ext cx="1168767" cy="74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/>
              <a:t>BOXING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D1F96E6-BCAE-6059-5583-5D59BC2CC25C}"/>
              </a:ext>
            </a:extLst>
          </p:cNvPr>
          <p:cNvSpPr/>
          <p:nvPr/>
        </p:nvSpPr>
        <p:spPr>
          <a:xfrm>
            <a:off x="841575" y="2053057"/>
            <a:ext cx="262081" cy="5357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AA765841-9B6A-1655-F49D-A9657642EDC9}"/>
              </a:ext>
            </a:extLst>
          </p:cNvPr>
          <p:cNvSpPr/>
          <p:nvPr/>
        </p:nvSpPr>
        <p:spPr>
          <a:xfrm>
            <a:off x="2427601" y="2158418"/>
            <a:ext cx="1902577" cy="179704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/>
              <a:t>Filter Pass and NG</a:t>
            </a:r>
          </a:p>
          <a:p>
            <a:pPr algn="ctr"/>
            <a:endParaRPr lang="en-PH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74405A-30A7-A746-648D-0B6D17F9DE2D}"/>
              </a:ext>
            </a:extLst>
          </p:cNvPr>
          <p:cNvSpPr/>
          <p:nvPr/>
        </p:nvSpPr>
        <p:spPr>
          <a:xfrm>
            <a:off x="2566032" y="4945109"/>
            <a:ext cx="1764146" cy="7481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/>
              <a:t>Repair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9679F525-69EF-8B40-4E7F-1214BFF6C7BD}"/>
              </a:ext>
            </a:extLst>
          </p:cNvPr>
          <p:cNvSpPr txBox="1"/>
          <p:nvPr/>
        </p:nvSpPr>
        <p:spPr>
          <a:xfrm>
            <a:off x="2855491" y="3990831"/>
            <a:ext cx="1089978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116"/>
              </a:lnSpc>
            </a:pPr>
            <a:r>
              <a:rPr kumimoji="0" lang="en-US" sz="2400" b="1" dirty="0">
                <a:solidFill>
                  <a:srgbClr val="FF0000"/>
                </a:solidFill>
                <a:latin typeface="+mj-lt"/>
                <a:ea typeface="Aileron Bold"/>
                <a:cs typeface="Aileron Bold"/>
                <a:sym typeface="Aileron Bold"/>
              </a:rPr>
              <a:t>NG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5CCB1614-DE90-1900-7A0B-F6D8EE5E6BCE}"/>
              </a:ext>
            </a:extLst>
          </p:cNvPr>
          <p:cNvSpPr txBox="1"/>
          <p:nvPr/>
        </p:nvSpPr>
        <p:spPr>
          <a:xfrm>
            <a:off x="4084101" y="2647941"/>
            <a:ext cx="1196150" cy="248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116"/>
              </a:lnSpc>
            </a:pPr>
            <a:r>
              <a:rPr kumimoji="0" lang="en-US" sz="1600" b="1" dirty="0">
                <a:solidFill>
                  <a:srgbClr val="92D050"/>
                </a:solidFill>
                <a:latin typeface="+mj-lt"/>
                <a:ea typeface="Aileron Bold"/>
                <a:cs typeface="Aileron Bold"/>
                <a:sym typeface="Aileron Bold"/>
              </a:rPr>
              <a:t>PASS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018E0C6-3DEB-43B0-17CE-9DA658BA4299}"/>
              </a:ext>
            </a:extLst>
          </p:cNvPr>
          <p:cNvSpPr/>
          <p:nvPr/>
        </p:nvSpPr>
        <p:spPr>
          <a:xfrm>
            <a:off x="8612854" y="4185663"/>
            <a:ext cx="262081" cy="5357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444434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テーマ">
  <a:themeElements>
    <a:clrScheme name="コーポレートカラーより少し明るい">
      <a:dk1>
        <a:srgbClr val="3C3C3C"/>
      </a:dk1>
      <a:lt1>
        <a:srgbClr val="FAFAFA"/>
      </a:lt1>
      <a:dk2>
        <a:srgbClr val="5A5A5A"/>
      </a:dk2>
      <a:lt2>
        <a:srgbClr val="FFFFFF"/>
      </a:lt2>
      <a:accent1>
        <a:srgbClr val="4259A2"/>
      </a:accent1>
      <a:accent2>
        <a:srgbClr val="E5697B"/>
      </a:accent2>
      <a:accent3>
        <a:srgbClr val="A5A5A5"/>
      </a:accent3>
      <a:accent4>
        <a:srgbClr val="F67B00"/>
      </a:accent4>
      <a:accent5>
        <a:srgbClr val="6D81C3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38567</TotalTime>
  <Words>86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游ゴシック</vt:lpstr>
      <vt:lpstr>Arial</vt:lpstr>
      <vt:lpstr>Hagrid</vt:lpstr>
      <vt:lpstr>Wingdings</vt:lpstr>
      <vt:lpstr>Office テーマ</vt:lpstr>
      <vt:lpstr>PowerPoint Presentation</vt:lpstr>
      <vt:lpstr>Deviation</vt:lpstr>
      <vt:lpstr>Deviation  -  Workflow</vt:lpstr>
      <vt:lpstr>Deviation  -  Workflow</vt:lpstr>
    </vt:vector>
  </TitlesOfParts>
  <Company>Techno takatsuki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>テンプレート　プレゼンE_16対10画面用</dc:subject>
  <dc:creator>株式会社テクノ高槻</dc:creator>
  <cp:lastModifiedBy>ai.pc</cp:lastModifiedBy>
  <cp:revision>766</cp:revision>
  <dcterms:created xsi:type="dcterms:W3CDTF">2023-03-27T04:37:09Z</dcterms:created>
  <dcterms:modified xsi:type="dcterms:W3CDTF">2026-02-02T08:30:19Z</dcterms:modified>
</cp:coreProperties>
</file>